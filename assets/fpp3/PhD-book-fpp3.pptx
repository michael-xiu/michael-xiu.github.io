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6CC81-6176-475D-83BC-05E311099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E638A-006A-4DE4-83D9-0C6E87B1F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705C89-9CF0-46D3-B741-0559636FC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7D054-C059-4D63-AFDD-2EFC7B7E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50B41A-2B77-41AC-9E31-469BF6307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92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14B06-19F5-408F-9971-E9C51CAF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FF7687-1BF5-4C2E-A75F-19D98D15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2F1EE6-D34C-4CE5-A33A-647D3AC2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1ADF88-026E-404E-A050-ED98808F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3DC7F2-E233-44B8-9107-A8C6ED1E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99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54BE3-D31C-486B-B303-72E8D5363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3BCEC7-E33A-479A-AC9A-96844645E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DC37D1-A41A-40D7-8A58-6E63961F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E60960-B255-4185-9FD4-7D27A243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9D088-A148-46CC-9AFF-3711CF9E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56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8D2A-6F76-4039-9F92-CFA09F8C2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79E97E-D8F3-4767-A231-914757C14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84A768-E495-4117-8EBB-FBEA8CDFB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4749F0-F259-4B05-AF9C-E362950CD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43D9EE-ADD2-490C-95BA-64E21272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230BDC-5269-4963-9307-07739DEE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9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A6874-2FB0-4964-B81A-668BC3C4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8535DB-9D5F-4180-86A3-98B023711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0D98C3-A4B7-40C6-9EA2-0907DE75F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8DB19B-E42F-4433-B92C-EBB2FD316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FFEC0E-7B51-426E-97A2-81672942C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7A56B7-9F86-45D0-8E49-93B4D6B9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4A6D0E-0C35-4D28-A129-8F9D8B3D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E75799-4035-49F7-8882-38DB0DBF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01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E899B-3D79-4A18-86EB-19E96FCDD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E780EC-6A11-4A7C-A3F2-175A8C94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3E5DE2-6836-4AB3-81E1-896B3F902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A9D846-6DB6-42FF-ABFC-C3A70C4D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91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70053C-CDCA-4A79-9753-3912A5B78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6609C6-A157-4606-935E-F2E8AE01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153FB-A7FE-4908-9584-33FCDF74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17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E8D85-8006-4502-BD3C-D3F7BC138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11598D-F414-4CF8-963C-4F52B3251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F95E23-F496-48B2-915E-388C0D9D0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4AAABB-825B-473B-82E9-C2E4D4F4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5CC5B3-3CAC-47E4-9758-FB84C89FD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6581F6-59BD-43E1-8C6B-B4C88D00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79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D22EF-58C7-4B73-BC57-74A7399A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EB8B0A-94A1-4B3F-B0CA-3E27A39AB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F3F5E0-6D92-4A46-B120-486A21019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561A6E-1DA0-47F3-8DAF-CB4F71E9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47F802-A5B5-40F4-B9B4-464BAC38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ECF33B-ED66-4418-8E51-7A835846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45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5C87E-D6DE-4520-993F-07634601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89854F-3BF0-41FD-937F-1287482A4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37670C-A00B-47E7-AE31-E5196935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C4E1B4-81B8-4A78-A3B8-115A7F890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D21FD8-F8CF-4B9E-8A13-5F26C92A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5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D56AA0-A0ED-4CD5-9EA5-7FAC55E37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5E9F20-4628-46F7-97C6-65CDB934D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E3326-0BA6-4A6B-9ACA-5F11CDC1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233548-1037-4742-90CB-2C446E41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B4761E-BD6A-498F-AB76-C9198E81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89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C30666-96DF-404F-B22A-282CAE335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08B5F0-3639-4039-9106-F81291CCC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323D4-4CC9-46E0-9978-A85EEAA92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A7EB-9685-4F38-921A-4D9BDC691DAB}" type="datetimeFigureOut">
              <a:rPr lang="zh-CN" altLang="en-US" smtClean="0"/>
              <a:t>2020/7/29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A20EC-3CBF-43EB-A7DB-9B81A7C2E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8AA56-A9E3-4AD9-9682-92CE2F10B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1EC96-E0A2-4C6A-A8C0-7717DCEB4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41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32C8321B-46F9-4837-93DB-6A25699C8FC3}"/>
              </a:ext>
            </a:extLst>
          </p:cNvPr>
          <p:cNvGrpSpPr/>
          <p:nvPr/>
        </p:nvGrpSpPr>
        <p:grpSpPr>
          <a:xfrm>
            <a:off x="2307336" y="2203705"/>
            <a:ext cx="3788664" cy="743712"/>
            <a:chOff x="2154936" y="1054608"/>
            <a:chExt cx="3788664" cy="743712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3BD5F02-1952-4320-978B-233CCEB7761C}"/>
                </a:ext>
              </a:extLst>
            </p:cNvPr>
            <p:cNvGrpSpPr/>
            <p:nvPr/>
          </p:nvGrpSpPr>
          <p:grpSpPr>
            <a:xfrm>
              <a:off x="3090672" y="1054608"/>
              <a:ext cx="2852928" cy="158496"/>
              <a:chOff x="3090672" y="1054608"/>
              <a:chExt cx="2852928" cy="158496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756CDF9-65AA-4C53-B9ED-8150D819C2E3}"/>
                  </a:ext>
                </a:extLst>
              </p:cNvPr>
              <p:cNvSpPr/>
              <p:nvPr/>
            </p:nvSpPr>
            <p:spPr>
              <a:xfrm>
                <a:off x="3090672" y="1054608"/>
                <a:ext cx="719328" cy="15849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44D785A-7B3C-436F-A13F-B84215A61754}"/>
                  </a:ext>
                </a:extLst>
              </p:cNvPr>
              <p:cNvSpPr/>
              <p:nvPr/>
            </p:nvSpPr>
            <p:spPr>
              <a:xfrm>
                <a:off x="3810000" y="1054608"/>
                <a:ext cx="2133600" cy="158496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1253F64-E43D-4609-A522-AAF1D1E178C7}"/>
                </a:ext>
              </a:extLst>
            </p:cNvPr>
            <p:cNvGrpSpPr/>
            <p:nvPr/>
          </p:nvGrpSpPr>
          <p:grpSpPr>
            <a:xfrm>
              <a:off x="3090672" y="1347216"/>
              <a:ext cx="2852928" cy="158496"/>
              <a:chOff x="3090672" y="1347216"/>
              <a:chExt cx="2852928" cy="158496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A939795-0714-404A-BB30-4EB115DA7D7A}"/>
                  </a:ext>
                </a:extLst>
              </p:cNvPr>
              <p:cNvSpPr/>
              <p:nvPr/>
            </p:nvSpPr>
            <p:spPr>
              <a:xfrm>
                <a:off x="3090672" y="1347216"/>
                <a:ext cx="719328" cy="15849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DB42C30-7654-4A18-B8C9-94D6559F9EA4}"/>
                  </a:ext>
                </a:extLst>
              </p:cNvPr>
              <p:cNvSpPr/>
              <p:nvPr/>
            </p:nvSpPr>
            <p:spPr>
              <a:xfrm>
                <a:off x="3810000" y="1347216"/>
                <a:ext cx="2133600" cy="158496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B814675-A940-4EE3-BABB-02722E4B25BB}"/>
                </a:ext>
              </a:extLst>
            </p:cNvPr>
            <p:cNvGrpSpPr/>
            <p:nvPr/>
          </p:nvGrpSpPr>
          <p:grpSpPr>
            <a:xfrm>
              <a:off x="3090672" y="1639824"/>
              <a:ext cx="2852928" cy="158496"/>
              <a:chOff x="3090672" y="1639824"/>
              <a:chExt cx="2852928" cy="158496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3AE8E15-E42A-4188-A312-E48D33FD5F5B}"/>
                  </a:ext>
                </a:extLst>
              </p:cNvPr>
              <p:cNvSpPr/>
              <p:nvPr/>
            </p:nvSpPr>
            <p:spPr>
              <a:xfrm>
                <a:off x="3090672" y="1639824"/>
                <a:ext cx="719328" cy="15849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D1549DB-C478-4CCD-B098-D93F8540BCAB}"/>
                  </a:ext>
                </a:extLst>
              </p:cNvPr>
              <p:cNvSpPr/>
              <p:nvPr/>
            </p:nvSpPr>
            <p:spPr>
              <a:xfrm>
                <a:off x="3810000" y="1639824"/>
                <a:ext cx="2133600" cy="158496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2B49D44-1046-4411-A0DC-9C04287B796B}"/>
                </a:ext>
              </a:extLst>
            </p:cNvPr>
            <p:cNvSpPr/>
            <p:nvPr/>
          </p:nvSpPr>
          <p:spPr>
            <a:xfrm>
              <a:off x="2154936" y="1054608"/>
              <a:ext cx="719328" cy="7437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1999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16D775B-4AAA-4952-89D4-72F1E4A481CB}"/>
              </a:ext>
            </a:extLst>
          </p:cNvPr>
          <p:cNvGrpSpPr/>
          <p:nvPr/>
        </p:nvGrpSpPr>
        <p:grpSpPr>
          <a:xfrm>
            <a:off x="2307336" y="1207008"/>
            <a:ext cx="3788664" cy="743712"/>
            <a:chOff x="2154936" y="1054608"/>
            <a:chExt cx="3788664" cy="743712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9C15316E-2FD3-4665-82FB-BE3D69FB9CAC}"/>
                </a:ext>
              </a:extLst>
            </p:cNvPr>
            <p:cNvGrpSpPr/>
            <p:nvPr/>
          </p:nvGrpSpPr>
          <p:grpSpPr>
            <a:xfrm>
              <a:off x="3090672" y="1054608"/>
              <a:ext cx="2852928" cy="158496"/>
              <a:chOff x="3090672" y="1054608"/>
              <a:chExt cx="2852928" cy="158496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853F992E-31D8-48D4-AADE-9951FBAAA6A8}"/>
                  </a:ext>
                </a:extLst>
              </p:cNvPr>
              <p:cNvSpPr/>
              <p:nvPr/>
            </p:nvSpPr>
            <p:spPr>
              <a:xfrm>
                <a:off x="3090672" y="1054608"/>
                <a:ext cx="719328" cy="15849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6E2558B-2236-43E0-A749-6D5AE2D33F76}"/>
                  </a:ext>
                </a:extLst>
              </p:cNvPr>
              <p:cNvSpPr/>
              <p:nvPr/>
            </p:nvSpPr>
            <p:spPr>
              <a:xfrm>
                <a:off x="3810000" y="1054608"/>
                <a:ext cx="2133600" cy="158496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83FE529-A4D7-4516-AC5E-91C77C641D8C}"/>
                </a:ext>
              </a:extLst>
            </p:cNvPr>
            <p:cNvGrpSpPr/>
            <p:nvPr/>
          </p:nvGrpSpPr>
          <p:grpSpPr>
            <a:xfrm>
              <a:off x="3090672" y="1347216"/>
              <a:ext cx="2852928" cy="158496"/>
              <a:chOff x="3090672" y="1347216"/>
              <a:chExt cx="2852928" cy="158496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31EB24D8-E572-4299-A796-1D9C4DF07ED0}"/>
                  </a:ext>
                </a:extLst>
              </p:cNvPr>
              <p:cNvSpPr/>
              <p:nvPr/>
            </p:nvSpPr>
            <p:spPr>
              <a:xfrm>
                <a:off x="3090672" y="1347216"/>
                <a:ext cx="719328" cy="15849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4A09EB02-F9C4-46BD-A82A-522C7AB5D03F}"/>
                  </a:ext>
                </a:extLst>
              </p:cNvPr>
              <p:cNvSpPr/>
              <p:nvPr/>
            </p:nvSpPr>
            <p:spPr>
              <a:xfrm>
                <a:off x="3810000" y="1347216"/>
                <a:ext cx="2133600" cy="158496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59848CA-BFC8-486A-B5C7-208A427444B3}"/>
                </a:ext>
              </a:extLst>
            </p:cNvPr>
            <p:cNvGrpSpPr/>
            <p:nvPr/>
          </p:nvGrpSpPr>
          <p:grpSpPr>
            <a:xfrm>
              <a:off x="3090672" y="1639824"/>
              <a:ext cx="2852928" cy="158496"/>
              <a:chOff x="3090672" y="1639824"/>
              <a:chExt cx="2852928" cy="158496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A6429D5F-480B-4555-B4F3-85D7641F368B}"/>
                  </a:ext>
                </a:extLst>
              </p:cNvPr>
              <p:cNvSpPr/>
              <p:nvPr/>
            </p:nvSpPr>
            <p:spPr>
              <a:xfrm>
                <a:off x="3090672" y="1639824"/>
                <a:ext cx="719328" cy="15849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7C4DCF0-AA6B-4C5C-A845-AEFD4DFF69FC}"/>
                  </a:ext>
                </a:extLst>
              </p:cNvPr>
              <p:cNvSpPr/>
              <p:nvPr/>
            </p:nvSpPr>
            <p:spPr>
              <a:xfrm>
                <a:off x="3810000" y="1639824"/>
                <a:ext cx="2133600" cy="158496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C8B6AA1-A26D-471A-9AC6-E5A9EA3B26D8}"/>
                </a:ext>
              </a:extLst>
            </p:cNvPr>
            <p:cNvSpPr/>
            <p:nvPr/>
          </p:nvSpPr>
          <p:spPr>
            <a:xfrm>
              <a:off x="2154936" y="1054608"/>
              <a:ext cx="719328" cy="7437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1998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BFD8E54-88FA-4CC3-A199-496EB974DC0E}"/>
              </a:ext>
            </a:extLst>
          </p:cNvPr>
          <p:cNvGrpSpPr/>
          <p:nvPr/>
        </p:nvGrpSpPr>
        <p:grpSpPr>
          <a:xfrm>
            <a:off x="2307336" y="3200401"/>
            <a:ext cx="3788664" cy="743712"/>
            <a:chOff x="2154936" y="1054608"/>
            <a:chExt cx="3788664" cy="743712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77F507C5-5DFD-41B2-A7C0-92A4B4BAC766}"/>
                </a:ext>
              </a:extLst>
            </p:cNvPr>
            <p:cNvGrpSpPr/>
            <p:nvPr/>
          </p:nvGrpSpPr>
          <p:grpSpPr>
            <a:xfrm>
              <a:off x="3090672" y="1054608"/>
              <a:ext cx="2852928" cy="158496"/>
              <a:chOff x="3090672" y="1054608"/>
              <a:chExt cx="2852928" cy="158496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C9EDE83F-75D6-41AB-BD6D-C51E578FFC4B}"/>
                  </a:ext>
                </a:extLst>
              </p:cNvPr>
              <p:cNvSpPr/>
              <p:nvPr/>
            </p:nvSpPr>
            <p:spPr>
              <a:xfrm>
                <a:off x="3090672" y="1054608"/>
                <a:ext cx="719328" cy="15849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9527CCCE-878A-49D9-A4BB-79C1B0DF7D3A}"/>
                  </a:ext>
                </a:extLst>
              </p:cNvPr>
              <p:cNvSpPr/>
              <p:nvPr/>
            </p:nvSpPr>
            <p:spPr>
              <a:xfrm>
                <a:off x="3810000" y="1054608"/>
                <a:ext cx="2133600" cy="158496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1D1DB50-76D5-4865-B58E-71851BD93CE4}"/>
                </a:ext>
              </a:extLst>
            </p:cNvPr>
            <p:cNvGrpSpPr/>
            <p:nvPr/>
          </p:nvGrpSpPr>
          <p:grpSpPr>
            <a:xfrm>
              <a:off x="3090672" y="1347216"/>
              <a:ext cx="2852928" cy="158496"/>
              <a:chOff x="3090672" y="1347216"/>
              <a:chExt cx="2852928" cy="158496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972F8B82-14B6-4272-BC1E-16D920AA738E}"/>
                  </a:ext>
                </a:extLst>
              </p:cNvPr>
              <p:cNvSpPr/>
              <p:nvPr/>
            </p:nvSpPr>
            <p:spPr>
              <a:xfrm>
                <a:off x="3090672" y="1347216"/>
                <a:ext cx="719328" cy="15849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D16AB756-0300-4C33-97E3-F02673F0C971}"/>
                  </a:ext>
                </a:extLst>
              </p:cNvPr>
              <p:cNvSpPr/>
              <p:nvPr/>
            </p:nvSpPr>
            <p:spPr>
              <a:xfrm>
                <a:off x="3810000" y="1347216"/>
                <a:ext cx="2133600" cy="158496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329EBB54-6F10-41A9-B8E6-4455A3119326}"/>
                </a:ext>
              </a:extLst>
            </p:cNvPr>
            <p:cNvGrpSpPr/>
            <p:nvPr/>
          </p:nvGrpSpPr>
          <p:grpSpPr>
            <a:xfrm>
              <a:off x="3090672" y="1639824"/>
              <a:ext cx="2852928" cy="158496"/>
              <a:chOff x="3090672" y="1639824"/>
              <a:chExt cx="2852928" cy="158496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FD6FCB04-F9BF-4912-88D1-F387119AD602}"/>
                  </a:ext>
                </a:extLst>
              </p:cNvPr>
              <p:cNvSpPr/>
              <p:nvPr/>
            </p:nvSpPr>
            <p:spPr>
              <a:xfrm>
                <a:off x="3090672" y="1639824"/>
                <a:ext cx="719328" cy="15849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FAC114AF-34F7-4049-8CAC-C17452731F88}"/>
                  </a:ext>
                </a:extLst>
              </p:cNvPr>
              <p:cNvSpPr/>
              <p:nvPr/>
            </p:nvSpPr>
            <p:spPr>
              <a:xfrm>
                <a:off x="3810000" y="1639824"/>
                <a:ext cx="2133600" cy="158496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178A71A-D4F5-46FC-9875-ABFFAB762B52}"/>
                </a:ext>
              </a:extLst>
            </p:cNvPr>
            <p:cNvSpPr/>
            <p:nvPr/>
          </p:nvSpPr>
          <p:spPr>
            <a:xfrm>
              <a:off x="2154936" y="1054608"/>
              <a:ext cx="719328" cy="7437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2000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:a16="http://schemas.microsoft.com/office/drawing/2014/main" id="{A7DFB70A-EAC3-4422-98E6-747B870CB399}"/>
              </a:ext>
            </a:extLst>
          </p:cNvPr>
          <p:cNvSpPr/>
          <p:nvPr/>
        </p:nvSpPr>
        <p:spPr>
          <a:xfrm>
            <a:off x="2307336" y="786384"/>
            <a:ext cx="719328" cy="2941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index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2D864C9-51A6-4BC2-9F5B-69463BFBCEF5}"/>
              </a:ext>
            </a:extLst>
          </p:cNvPr>
          <p:cNvSpPr/>
          <p:nvPr/>
        </p:nvSpPr>
        <p:spPr>
          <a:xfrm>
            <a:off x="3243072" y="778764"/>
            <a:ext cx="719328" cy="294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key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9DBE2FA-F45F-4185-9DAC-0BBFC8B6BDF1}"/>
              </a:ext>
            </a:extLst>
          </p:cNvPr>
          <p:cNvSpPr/>
          <p:nvPr/>
        </p:nvSpPr>
        <p:spPr>
          <a:xfrm>
            <a:off x="3962400" y="778764"/>
            <a:ext cx="2133600" cy="29413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measurement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3C4C61F-1365-40BD-A784-1E24842E5617}"/>
              </a:ext>
            </a:extLst>
          </p:cNvPr>
          <p:cNvCxnSpPr>
            <a:cxnSpLocks/>
            <a:stCxn id="41" idx="3"/>
            <a:endCxn id="68" idx="1"/>
          </p:cNvCxnSpPr>
          <p:nvPr/>
        </p:nvCxnSpPr>
        <p:spPr>
          <a:xfrm>
            <a:off x="6096000" y="1286256"/>
            <a:ext cx="999744" cy="184666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100429C1-F7D0-4B03-B773-3B044C8E137A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096000" y="1605034"/>
            <a:ext cx="1066800" cy="677919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302D5A29-A046-4883-9A6F-2B6284788B18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6096000" y="1655588"/>
            <a:ext cx="1219200" cy="1624061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365327BC-DE16-4729-8F87-EBD4EB27EE9F}"/>
              </a:ext>
            </a:extLst>
          </p:cNvPr>
          <p:cNvSpPr txBox="1"/>
          <p:nvPr/>
        </p:nvSpPr>
        <p:spPr>
          <a:xfrm>
            <a:off x="7095744" y="1286256"/>
            <a:ext cx="145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time series 1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C7481F1-7CE9-443C-9DAC-9B891F35A3FB}"/>
              </a:ext>
            </a:extLst>
          </p:cNvPr>
          <p:cNvSpPr txBox="1"/>
          <p:nvPr/>
        </p:nvSpPr>
        <p:spPr>
          <a:xfrm>
            <a:off x="7095744" y="2282953"/>
            <a:ext cx="145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time series 2</a:t>
            </a:r>
            <a:endParaRPr lang="zh-CN" altLang="en-US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56B5E128-31E7-4F20-B6B8-A30DCA54A28B}"/>
              </a:ext>
            </a:extLst>
          </p:cNvPr>
          <p:cNvCxnSpPr>
            <a:cxnSpLocks/>
            <a:stCxn id="39" idx="3"/>
            <a:endCxn id="76" idx="1"/>
          </p:cNvCxnSpPr>
          <p:nvPr/>
        </p:nvCxnSpPr>
        <p:spPr>
          <a:xfrm>
            <a:off x="6096000" y="1578864"/>
            <a:ext cx="999744" cy="88875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30F205B6-C65D-49DB-A294-9861E1AF695F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096000" y="2575561"/>
            <a:ext cx="999744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EEFD4922-F984-482F-89C4-2CCD8DECF23D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6096000" y="2652285"/>
            <a:ext cx="1066800" cy="121258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064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Xiu Shengjie</dc:creator>
  <cp:lastModifiedBy>Xiu Shengjie</cp:lastModifiedBy>
  <cp:revision>3</cp:revision>
  <dcterms:created xsi:type="dcterms:W3CDTF">2020-07-29T08:22:05Z</dcterms:created>
  <dcterms:modified xsi:type="dcterms:W3CDTF">2020-07-29T09:50:36Z</dcterms:modified>
</cp:coreProperties>
</file>